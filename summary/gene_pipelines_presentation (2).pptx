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74" y="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Expression &amp; Sequence Analysis Pipelines</a:t>
            </a:r>
          </a:p>
          <a:p>
            <a:r>
              <a:t>A Strategic Scientific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help </a:t>
            </a:r>
            <a:r>
              <a:rPr lang="en-US" dirty="0"/>
              <a:t>scientists understand diseases, improve diagnosis, and develop personalized treatments.</a:t>
            </a:r>
          </a:p>
          <a:p>
            <a:r>
              <a:rPr dirty="0"/>
              <a:t>Two key approaches:</a:t>
            </a:r>
          </a:p>
          <a:p>
            <a:r>
              <a:rPr dirty="0"/>
              <a:t>1. Gene Expression Analysis (activity)</a:t>
            </a:r>
          </a:p>
          <a:p>
            <a:r>
              <a:rPr dirty="0"/>
              <a:t>2. Sequence Analysis (structure)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 Expression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Identify active genes under conditions</a:t>
            </a:r>
          </a:p>
          <a:p>
            <a:endParaRPr/>
          </a:p>
          <a:p>
            <a:r>
              <a:t>Steps:</a:t>
            </a:r>
          </a:p>
          <a:p>
            <a:r>
              <a:t>- Load dataset (control vs treatment)</a:t>
            </a:r>
          </a:p>
          <a:p>
            <a:r>
              <a:t>- Normalize data</a:t>
            </a:r>
          </a:p>
          <a:p>
            <a:r>
              <a:t>- Calculate fold change</a:t>
            </a:r>
          </a:p>
          <a:p>
            <a:r>
              <a:t>- Select significant genes</a:t>
            </a:r>
          </a:p>
          <a:p>
            <a:r>
              <a:t>- Visualization (heatmaps, volcano plots)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Gene Expression?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Detect disease biomarkers</a:t>
            </a:r>
          </a:p>
          <a:p>
            <a:r>
              <a:t>- Understand treatment effects</a:t>
            </a:r>
          </a:p>
          <a:p>
            <a:r>
              <a:t>- Discover regulatory mechanisms</a:t>
            </a:r>
          </a:p>
          <a:p>
            <a:r>
              <a:t>- Support precision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Analysis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Understand gene/protein structure</a:t>
            </a:r>
          </a:p>
          <a:p>
            <a:endParaRPr/>
          </a:p>
          <a:p>
            <a:r>
              <a:t>Steps:</a:t>
            </a:r>
          </a:p>
          <a:p>
            <a:r>
              <a:t>- Load FASTA sequences</a:t>
            </a:r>
          </a:p>
          <a:p>
            <a:r>
              <a:t>- Compute GC content</a:t>
            </a:r>
          </a:p>
          <a:p>
            <a:r>
              <a:t>- Sequence alignment</a:t>
            </a:r>
          </a:p>
          <a:p>
            <a:r>
              <a:t>- Distance matrix</a:t>
            </a:r>
          </a:p>
          <a:p>
            <a:r>
              <a:t>- Translation to protein</a:t>
            </a:r>
          </a:p>
          <a:p>
            <a:r>
              <a:t>- Motif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Sequence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mutations</a:t>
            </a:r>
          </a:p>
          <a:p>
            <a:r>
              <a:t>- Compare organisms</a:t>
            </a:r>
          </a:p>
          <a:p>
            <a:r>
              <a:t>- Study evolution</a:t>
            </a:r>
          </a:p>
          <a:p>
            <a:r>
              <a:t>- Detect functional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of Both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comes from combining:</a:t>
            </a:r>
          </a:p>
          <a:p>
            <a:r>
              <a:t>- Expression (function)</a:t>
            </a:r>
          </a:p>
          <a:p>
            <a:r>
              <a:t>- Sequence (structure)</a:t>
            </a:r>
          </a:p>
          <a:p>
            <a:endParaRPr/>
          </a:p>
          <a:p>
            <a:r>
              <a:t>→ Leads to deeper biological 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microbiology:</a:t>
            </a:r>
          </a:p>
          <a:p>
            <a:r>
              <a:t>- Detect resistant genes (sequence)</a:t>
            </a:r>
          </a:p>
          <a:p>
            <a:r>
              <a:t>- Measure expression under antibiotics</a:t>
            </a:r>
          </a:p>
          <a:p>
            <a:r>
              <a:t>- Optimize treatment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system:</a:t>
            </a:r>
          </a:p>
          <a:p>
            <a:r>
              <a:t>- AI-driven analysis</a:t>
            </a:r>
          </a:p>
          <a:p>
            <a:r>
              <a:t>- Integrated database</a:t>
            </a:r>
          </a:p>
          <a:p>
            <a:r>
              <a:t>- Automated insights</a:t>
            </a:r>
          </a:p>
          <a:p>
            <a:r>
              <a:t>- Decision-support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expression + sequence analysis</a:t>
            </a:r>
          </a:p>
          <a:p>
            <a:r>
              <a:t>= Complete understanding of biology</a:t>
            </a:r>
          </a:p>
          <a:p>
            <a:endParaRPr/>
          </a:p>
          <a:p>
            <a:r>
              <a:t>From data → knowledge →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235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Title</vt:lpstr>
      <vt:lpstr>Why This Matters</vt:lpstr>
      <vt:lpstr>Gene Expression Pipeline</vt:lpstr>
      <vt:lpstr>Why Gene Expression?</vt:lpstr>
      <vt:lpstr>Sequence Analysis Pipeline</vt:lpstr>
      <vt:lpstr>Why Sequence Analysis?</vt:lpstr>
      <vt:lpstr>Integration of Both Pipelines</vt:lpstr>
      <vt:lpstr>Example Application</vt:lpstr>
      <vt:lpstr>Advanced Vision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user</dc:creator>
  <cp:keywords/>
  <dc:description>generated using python-pptx</dc:description>
  <cp:lastModifiedBy>mirna moukhtar</cp:lastModifiedBy>
  <cp:revision>2</cp:revision>
  <dcterms:created xsi:type="dcterms:W3CDTF">2013-01-27T09:14:16Z</dcterms:created>
  <dcterms:modified xsi:type="dcterms:W3CDTF">2026-05-06T19:16:26Z</dcterms:modified>
  <cp:category/>
</cp:coreProperties>
</file>